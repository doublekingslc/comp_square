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since last meeting: working prototype end to end, first live audits, robustness fixes from testing, paper rewritten to full-paper format. Agenda: what each paper gave us, the build, technical choices, results and error analysis, scoring mechanism in detail, paper progress,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glance answer to 'what did you do since last time'. If asked for proof of any row: PROGRESS.md has the dated entry, the repo has the code and the two report JSONs.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short — this is recap. The mobile-hybrid line proves notice-vs-practice is automatable, but static binary analysis cannot observe consent state changing at runtime on the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if asked: Trevisan 35,862 sites, 49% pre-consent violations, 86% news; their lifetime threshold is empirical (80% of tracker cookies ≥1 month). Bouhoula 97k sites, 65.4% still collect after explicit rejection; classifiers: purposes 97.6%, elements 95.1%, CookieBlock P98.7/R91.9. OPP-115: 115 policies, 23k practices, 3 law students each. Polisis: 130k policies, 88.4% segment accuracy. PrivacyQA: 1,750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reuse their code directly: CookieCheck is 2017 unmaintained measurement tooling, alsacnc is 97k-site crawl infrastructure (Postgres+GPU). They answer 'how many sites violate'; we answer 'what is this one site doing wrong, under which article, contradicted by which policy sentence'. We reuse validated rules, cited, inside our own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Offer the live demo here or after results: independent.ie in reuse mode takes ~30s. Fallback: pre-generated HTML reports open from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C7/C8/C13 in the prep guide cover the follow-ups: why RAG not fine-tuning (no training data exists for this task; laws change — swap the vector store not the model; hallucinated citations without grounding), why ChromaDB (local, metadata filtering, swappable for Qdrant).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last meeting's criticism #3 head-on. Licences checked; Ghostery trackerdb is CC-BY-NC-SA, fine for academic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ndtv column pre-empts 'do you just score garbage when the crawl fails?'. Honest limitation: NDTV blocks headless browsers persistently; stealth mitigation is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Strongest slide against 'how do you know the LLM is right' — we don't assume; we caught it wrong three times in three different components and fixed each at its own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follows the standard structure used by the reference papers in this course. Gantt/datasets sections folded into implementation and evaluation. AI-use declaration updated to accurately cover drafting and coding assistance, with my review and responsibility.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Algorithm 1 of the paper in prose. If asked where each piece comes from: rule = Trevisan; AA categories = Bouhoula; IRAC = LegalBench; abstention = PrivacyQA; typology = Lalaine; potential-wording = MAPS; the anchoring and the guards are ours, both born from the error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5 is the discussion point: ask whether post-login observation should be in scope for the final report or stay future work. GDPR Art 7(1) scope-of-consent + Art 13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over: repo (PROGRESS.md, CODE_PROVENANCE.md, Implementation_Pointers.md, compliance_reports/), updated paper PDF, and this deck. Offer the live demo if not yet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828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comp_square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94360" y="26974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LLM-Driven Retrieval-Augmented Compliance Auditing for Web Privacy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3291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Research Update — Deliverable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Aaron Joseph Jean · 25233118 · MSc Computer Science, University of Galway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Ihsan · July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4983480"/>
            <a:ext cx="4114800" cy="0"/>
          </a:xfrm>
          <a:prstGeom prst="line">
            <a:avLst/>
          </a:prstGeom>
          <a:noFill/>
          <a:ln w="19050">
            <a:solidFill>
              <a:srgbClr val="A6093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project stands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committed, dated in PROGRESS.md, and reproducible from the repository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Jul 12–13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14600" y="155448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(telemetry → evidence → policies → RAG scoring → report)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514600" y="2212848"/>
            <a:ext cx="86868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30428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Jul 12–13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4600" y="2304288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live audits: www.independent.ie scored against GDPR + PECR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2514600" y="2962656"/>
            <a:ext cx="86868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5409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Jul 13–20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14600" y="305409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Robustness: 3 failure modes found by testing, fixed, re-verified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2514600" y="3712464"/>
            <a:ext cx="86868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80390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Jul 19–20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14600" y="3803904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 builder + local web frontend with live pipeline log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514600" y="4462272"/>
            <a:ext cx="86868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5371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Jul 20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514600" y="4553712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restructured to full-paper format with implementation + results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2514600" y="5212080"/>
            <a:ext cx="86868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530352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14600" y="530352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evaluation (per-dimension F1 vs hand annotation)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this project fills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literature review: each research direction covers one modality, none combines the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94360" y="2240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· PECR · DPDP · CCPA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reason over clean legal text only (LegalBench, Xie)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79976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79976" y="2240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site's written policy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79976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analyses text, cannot verify behaviour (OPP-115, Polisis, PrivacyQA)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65592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165592" y="2240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runtime behaviour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65592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audits never reconcile with the policy (Trevisan, Bouhoula)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11000232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11000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comp_square retrieves the legal article, reads the scraped policy in full, and injects runtime HAR/JS evidence — the LLM judges all three together, per compliance dimension. Hybrid systems exist only for mobile binaries via static analysis (Zimmeck, MAPS, Lalaine).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took from each paper (1/2)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and code adopted, with the module where each now lives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852160"/>
                <a:gridCol w="267919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/ code taken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lives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 '19 — CookieCheck (PoPETs)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Profiling-cookie rule (3rd-party ∧ both tracker lists ∧ ≥30-day lifetime); clean-profile no-interaction visit protocol; single-vantage scanning justified by their invariance 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ingestion/har_extractor.py; telemetry 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Bouhoula '24 — alsacnc (USENIX Sec)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AA-cookie (advertising+analytics) category definition; conservative tuning (prefer false negatives); banner-detection heuristics planned (EasyList Cookie + z-index; their code is open source)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tracker classification; collector upgrade (next)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Wilson '16 — OPP-115 (ACL)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 data-practice categories from the legal-expert-annotated corpus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requirement_type metadata 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Harkous '18 — Polisis (USENIX Sec)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Segment-level treatment of long policies; evidence that domain embeddings help classification (which we found does not transfer to retrieval)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section routing; embedder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Ravichander '19 — PrivacyQA (EMNLP)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questions are unanswerable from the policy, even for experts → the scorer may abstain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NOT_ADDRESSED verdict + confidence 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took from each paper (2/2)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110002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852160"/>
                <a:gridCol w="267919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/ code taken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lives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Zimmeck '17 (NDSS)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closed set of practices checkable in BOTH policy text and behaviour; their static-analysis false positives argue for runtime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 → evidence-key binding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Zimmeck '19 — MAPS (PoPETs)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findings as “potential” non-compliance (legal prudence); cheap-model-first cost tiering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report wording; two-tier LLM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 '23 — Lalaine (USENIX Sec)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Non-compliance typology: neglect / contrary / inadequate disclosure (from 5,102 iOS apps, 3,423 non-compliant)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discrepancy_type in every 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Guha '23 — LegalBench (NeurIPS)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IRAC structure for legal rule-application; privacy tasks as a benchmark for choosing the scorer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scorer system prompt; model selection (next)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Xie '25 (USENIX Sec)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clauses across 10 laws validate our dimension coverage; their expert-annotation + per-clause F1 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 check; evaluation 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94360" y="562356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borrowed element is cited at its point of use in the code and in Table III of the paper. Full mapping: CODE_PROVENANCE.md.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implemented and running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phases; all complete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Legal ingestion (once)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92024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· PECR · DPDP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by Article / Reg / § — GDPR = exactly 99 chunks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74320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274320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all-mpnet-base-v2 embeddings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legal-BERT on evidence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56616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356616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compliance_docs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regulation, article, type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Runtime collection (per site)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34840" y="192024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192024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collector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+ fingerprint traps + consent UI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274320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07992" y="274320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har_extractor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profiling-cookie rule; JS-set recovery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34840" y="3566160"/>
            <a:ext cx="338328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3566160"/>
            <a:ext cx="32369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policy_scraper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+ cookie policy .md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7532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RAG evaluation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75320" y="1920240"/>
            <a:ext cx="329184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1920240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retrieval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articles fetched deterministically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75320" y="2743200"/>
            <a:ext cx="329184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48472" y="2743200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IRAC scorer, temp 0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dimensions, strict JSON verdicts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75320" y="3566160"/>
            <a:ext cx="329184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48472" y="3566160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 + web frontend
</a:t>
            </a:r>
            <a:pPr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severity-weighted, worst-first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23360" y="3063240"/>
            <a:ext cx="36576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863840" y="3063240"/>
            <a:ext cx="36576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94360" y="4709160"/>
            <a:ext cx="11000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available live: frontend runs the full pipeline per URL with a stage-by-stage log showing the exact CLI command at each step — the UI runs nothing the command line doesn't.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— and the evidence behind them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embedder change is a finding, not just a decision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Embedder: started with legal-BERT for its legal vocabulary. Measured: near-uniform similarities (~0.72 for everything) — a cookie-consent query ranked DPDP penalty clauses above GDPR Art 7. Diagnosis: raw masked-LM, no sentence-level training. Switched to all-mpnet-base-v2 → Art 7 first, clean separation. Reported in the paper as an empirical finding.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Retrieval: semantic search + metadata filters was not enough — GDPR Art 19 once outranked Art 13(1)(e). Added dimension-anchored retrieval: each dimension's known articles are fetched deterministically by metadata and placed ahead of semantic hits.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LLM: gpt-4o-mini (cheap, strict JSON mode) with temperature 0 for reproducible runs; provider-agnostic — Claude models are drop-ins. Formal selection later on LegalBench privacy tasks.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Chunking: statutes split by legal unit (Article 7 / 6.—(1) / 1798.100.), never by token count — a verdict must quote the exact article, so the chunk must BE the article.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provenance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directly: what is mine, what is adapted, what is reused — full mapping in CODE_PROVENANCE.md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502152"/>
              </a:tblGrid>
              <a:tr h="3017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by 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Adapted (methodology, 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Reused as-is (licensed)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3017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telemetry_collector.py (fingerprint traps, HAR, consent-UI tagging)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policy_scraper_2.py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LegalDocumentChunker + ingestion + vectordb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har_extractor.py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rag/ (dimensions, retriever, scorer, report builder)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frontend/app.py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suites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Trevisan: cookie rule + visit 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Bouhoula: AA definition, conservative tuning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Lalaine: discrepancy typology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LegalBench: IRAC prompt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PrivacyQA: abstention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MAPS: wording, tiering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Disconnect services.json (list 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Ghostery trackerdb (list B, CC-BY-NC-SA)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llama-index, ChromaDB, Playwright, sentence-transformers, Flask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planned: EasyList Cookie, OPP-115, PrivacyQA, LegalBench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4892040"/>
            <a:ext cx="1100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run CookieCheck / alsacnc directly? Different granularity: they produce aggregate crawl statistics; the LLM needs per-site structured evidence with quotes. No existing system does law + notice + practice.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results — two audits, two lessons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independent.ie: real findings · ndtv.com: the system knows when it cannot judge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www.independent.ie (news, GDPR + PECR)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7452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2331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Tracking without consent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 (18)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tracker requests + fingerprinting before any consent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disclosure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tracker domains observed; none named in 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Pre-consent cookies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(50)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profiling cookies; consent UI 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4360" y="397764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26/100 — potential non-compliance. The nuance: cookies are correctly withheld (a cookie-only audit finds little) but requests and fingerprinting still fire pre-consent, and the policy names no recipients. Only visible with all three sources.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3796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www.ndtv.com (news, India)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37960" y="187452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bot-blocked the headless browser: capture had 1 request, 0 UI elements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scorer behaviour: confident FAIL verdicts on empty evidence — wrong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capture gate refuses degenerate scans; insufficiency guard forces NOT_ADDRESSED without calling the LLM; overall verdict INSUFFICIENT_DATA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 domains automatically add DPDP to the regulation 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— three failures found, fixed, re-verified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evidence for each is dated in PROGRESS.md; all three are now in the paper (Section IV-B)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2926080"/>
                <a:gridCol w="2039112"/>
              </a:tblGrid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Over-condemnation: FAIL 0 @ conf 1.0 with no observed cookies; model invented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ambiguity — our no-interaction protocol read as the site's failing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evidence-discipline rules; empty evidence forbids behavioural violations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flipped to PARTIAL 50, policy-only reasoning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article cited: GDPR Art 19 instead of Art 13(1)(e)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near-miss; the LLM obeyed “cite only the Rule” — the Rule was wrong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dimension-anchored retrieval (deterministic article fetch)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verified for all 15 dimensions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 verdicts on an empty, bot-blocked capture (ndtv)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garbage-in: unretrieved policy treated as missing 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sanity gate + insufficiency guard (no LLM call)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returns INSUFFICIENT_DATA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594360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grounding moves failures from generation (opaque) to retrieval and input handling (debuggable). This is the paper's error-analysis argument.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progress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literature review (5 pp) to full paper with implementation and results (7 pp)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now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Introduction — background, motivation, problem statement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Integrated literature review + gap analysis (unchanged core)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Framework design AND implementation — status per phase, scoring strategy, Algorithm 1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Preliminary results + error analysis — audit table, three failure modes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Evaluation plan (F1 protocol, model selection, baselines)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VI. Conclusion and future 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1965960"/>
            <a:ext cx="5166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now covers the working prototype and first results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1: per-dimension RAG scoring incl. both deterministic guards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subsection with the practical toolchain and the embedder finding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Table IV (independent.ie verdicts)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updated — no longer “A Literature Review”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Compiles clean: 7 pages, 0 undefined citations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mechanism, end to end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HAR to a severity-weighted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Detect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48840" y="1508760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cookie = third-party ∧ in BOTH tracker lists (Disconnect ∩ Ghostery AA) ∧ lifetime ≥ 30 days. JS-set cookies recovered from context state. Fingerprinting via trapped APIs.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0" y="150876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Ground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1508760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dimension: its known articles (e.g. GDPR 13, PECR 6) fetched deterministically + metadata-filtered semantic search. The LLM may quote ONLY this retrieved text.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3081528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Judge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48840" y="308152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IRAC prompt: Issue = the dimension's question · Rule = retrieved articles · Application = full policy text + selected evidence · Conclusion = strict-JSON verdict, temperature 0.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17920" y="3081528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Verdict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0" y="308152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0–100 · PASS / FAIL / PARTIAL / NOT_ADDRESSED + confidence · breached article + quote · policy claim + section · discrepancy type (neglect / contrary / inadequate) · recommendation.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4654296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Guard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48840" y="4654296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evidence ⇒ no behavioural violation may be asserted. No policy + no events ⇒ NOT_ADDRESSED, LLM not called. Degenerate capture ⇒ refuse to score.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4654296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Aggregate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654296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weights: critical 3 · high 2 · medium 1 · low 0.5. NOT_ADDRESSED excluded. Overall verdict; all findings phrased as potential non-compliance.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order; each item has a literature source or a documented design note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63040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76072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09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Consent-banner interaction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/ reject / no-interaction protocol; strongest test is tracking AFTER explicit rejection (65.4% of sites fail 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Bouhoula '24 heuristics (open source)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Formal 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hand-annotated multi-sector sample → per-dimension precision/recall/F1; scorer-model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Xie '25 protocol; LegalBench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Regulation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CCPA ingestion (correct codified text), cleaner DPDP source, multi-site batch runs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Bot-detection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stealth headers, retries, fallback policy paths (ndtv case)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limitation, paper §V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Post-login observation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capture inside an authenticated session: what is collected vs what was consented to — none of the reviewed papers do this for the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novel; design notes in PROGRESS.md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005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1691640"/>
            <a:ext cx="4114800" cy="0"/>
          </a:xfrm>
          <a:prstGeom prst="line">
            <a:avLst/>
          </a:prstGeom>
          <a:noFill/>
          <a:ln w="19050">
            <a:solidFill>
              <a:srgbClr val="A609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2011680"/>
            <a:ext cx="10881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from the literature review is now a running system: law + notice + practice, triangulated per dimension, producing article-cited reports.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borrowed rule is cited at its point of use; provenance is documented per module; the rest is my code.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found three real failure modes; each was diagnosed, fixed at its own layer, and re-verified — the paper now reports this as its error analysis.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60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discuss: post-login observation in scope? · evaluation sample size · anything you want changed in the paper structure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2026-07-21T06:51:37Z</dcterms:created>
  <dcterms:modified xsi:type="dcterms:W3CDTF">2026-07-21T06:51:37Z</dcterms:modified>
</cp:coreProperties>
</file>